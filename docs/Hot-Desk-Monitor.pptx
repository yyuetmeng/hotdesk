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f65431f-c8b2-76d4-a3bf-239a3a1e76f7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Hot Desk Monitor shows, live, which of the 125 hot desks at DIC Annex are free, and frees desks up automatically.
Detection: under-desk presence sensors report through TTN or ChirpStack; every desk also has a QR label for check-in, so desks without sensors still work.
Auto-release: a desk is held for 20 minutes after the person leaves, then becomes available. Check-ins last 3 hours by default and can be renewed by scanning again.
Employees can reserve a slot ahead, team leads can book several seats, and the floor display helps people find colleagues.
Admins get a live dashboard coloured by project team (8 teams), utilisation by zone and team, and capacity insights. It deploys to AWS from GitHub and can be demoed in GitHub Codespaces.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erview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34440" y="384048"/>
            <a:ext cx="1046988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Title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234440" y="987552"/>
            <a:ext cx="1046988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Subtitle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Hot Desk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234440" y="384048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Hot Desk Monitor: live desk availability</a:t>
            </a:r>
            <a:endParaRPr lang="en-US" sz="3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1234440" y="987552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Sensors and QR check-in show which of DIC Annex’s 125 hot desks are free, and free them up automatically when people leave.</a:t>
            </a:r>
            <a:endParaRPr lang="en-US" sz="1600" dirty="0"/>
          </a:p>
        </p:txBody>
      </p:sp>
      <p:sp>
        <p:nvSpPr>
          <p:cNvPr id="5" name="Icon circle 1"/>
          <p:cNvSpPr/>
          <p:nvPr/>
        </p:nvSpPr>
        <p:spPr>
          <a:xfrm>
            <a:off x="457200" y="1773936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1" descr="Detect who is at each des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83664"/>
            <a:ext cx="310896" cy="310896"/>
          </a:xfrm>
          <a:prstGeom prst="rect">
            <a:avLst/>
          </a:prstGeom>
        </p:spPr>
      </p:pic>
      <p:sp>
        <p:nvSpPr>
          <p:cNvPr id="7" name="Capability 1"/>
          <p:cNvSpPr txBox="1"/>
          <p:nvPr/>
        </p:nvSpPr>
        <p:spPr>
          <a:xfrm>
            <a:off x="1188720" y="1737360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Detect who is at each desk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Under-desk sensors via TTN or ChirpStack, plus a QR code on every desk to check in</a:t>
            </a:r>
            <a:endParaRPr lang="en-US" sz="1600" dirty="0"/>
          </a:p>
        </p:txBody>
      </p:sp>
      <p:sp>
        <p:nvSpPr>
          <p:cNvPr id="8" name="Icon circle 2"/>
          <p:cNvSpPr/>
          <p:nvPr/>
        </p:nvSpPr>
        <p:spPr>
          <a:xfrm>
            <a:off x="457200" y="267004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 2" descr="Free desks automaticall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79776"/>
            <a:ext cx="310896" cy="310896"/>
          </a:xfrm>
          <a:prstGeom prst="rect">
            <a:avLst/>
          </a:prstGeom>
        </p:spPr>
      </p:pic>
      <p:sp>
        <p:nvSpPr>
          <p:cNvPr id="10" name="Capability 2"/>
          <p:cNvSpPr txBox="1"/>
          <p:nvPr/>
        </p:nvSpPr>
        <p:spPr>
          <a:xfrm>
            <a:off x="1188720" y="2633472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Free desks automatically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Released 20 min after people leave; check-ins last 3 hours unless renewed</a:t>
            </a:r>
            <a:endParaRPr lang="en-US" sz="1600" dirty="0"/>
          </a:p>
        </p:txBody>
      </p:sp>
      <p:sp>
        <p:nvSpPr>
          <p:cNvPr id="11" name="Icon circle 3"/>
          <p:cNvSpPr/>
          <p:nvPr/>
        </p:nvSpPr>
        <p:spPr>
          <a:xfrm>
            <a:off x="457200" y="356616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 3" descr="Book and fin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675888"/>
            <a:ext cx="310896" cy="310896"/>
          </a:xfrm>
          <a:prstGeom prst="rect">
            <a:avLst/>
          </a:prstGeom>
        </p:spPr>
      </p:pic>
      <p:sp>
        <p:nvSpPr>
          <p:cNvPr id="13" name="Capability 3"/>
          <p:cNvSpPr txBox="1"/>
          <p:nvPr/>
        </p:nvSpPr>
        <p:spPr>
          <a:xfrm>
            <a:off x="1188720" y="3529584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Book and find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Reserve a slot ahead, book seats for a team, find colleagues on the floor display</a:t>
            </a:r>
            <a:endParaRPr lang="en-US" sz="1600" dirty="0"/>
          </a:p>
        </p:txBody>
      </p:sp>
      <p:sp>
        <p:nvSpPr>
          <p:cNvPr id="14" name="Icon circle 4"/>
          <p:cNvSpPr/>
          <p:nvPr/>
        </p:nvSpPr>
        <p:spPr>
          <a:xfrm>
            <a:off x="457200" y="4462272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 4" descr="Manage and plan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572000"/>
            <a:ext cx="310896" cy="310896"/>
          </a:xfrm>
          <a:prstGeom prst="rect">
            <a:avLst/>
          </a:prstGeom>
        </p:spPr>
      </p:pic>
      <p:sp>
        <p:nvSpPr>
          <p:cNvPr id="16" name="Capability 4"/>
          <p:cNvSpPr txBox="1"/>
          <p:nvPr/>
        </p:nvSpPr>
        <p:spPr>
          <a:xfrm>
            <a:off x="1188720" y="4425696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Manage and plan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Live dashboard by project team, utilisation and capacity insights; runs on AWS</a:t>
            </a:r>
            <a:endParaRPr lang="en-US" sz="1600" dirty="0"/>
          </a:p>
        </p:txBody>
      </p:sp>
      <p:sp>
        <p:nvSpPr>
          <p:cNvPr id="17" name="Screenshot frame"/>
          <p:cNvSpPr/>
          <p:nvPr/>
        </p:nvSpPr>
        <p:spPr>
          <a:xfrm>
            <a:off x="5916168" y="1664208"/>
            <a:ext cx="5870448" cy="3710178"/>
          </a:xfrm>
          <a:prstGeom prst="roundRect">
            <a:avLst>
              <a:gd name="adj" fmla="val 1972"/>
            </a:avLst>
          </a:prstGeom>
          <a:solidFill>
            <a:schemeClr val="bg2"/>
          </a:solidFill>
          <a:ln w="9525">
            <a:solidFill>
              <a:srgbClr val="D6DE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1E3D">
                <a:alpha val="18000"/>
              </a:srgbClr>
            </a:outerShdw>
          </a:effectLst>
        </p:spPr>
      </p:sp>
      <p:pic>
        <p:nvPicPr>
          <p:cNvPr id="18" name="Dashboard screenshot" descr="Admin dashboard: live floor plan coloured by project team, KPI cards and the colleague find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032" y="1719072"/>
            <a:ext cx="5760720" cy="3600450"/>
          </a:xfrm>
          <a:prstGeom prst="rect">
            <a:avLst/>
          </a:prstGeom>
        </p:spPr>
      </p:pic>
      <p:sp>
        <p:nvSpPr>
          <p:cNvPr id="19" name="Screenshot caption"/>
          <p:cNvSpPr txBox="1"/>
          <p:nvPr/>
        </p:nvSpPr>
        <p:spPr>
          <a:xfrm>
            <a:off x="5971032" y="542925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Admin dashboard (demo data): live floor plan coloured by project team, with the colleague finder</a:t>
            </a:r>
            <a:endParaRPr lang="en-US" sz="1100" dirty="0"/>
          </a:p>
        </p:txBody>
      </p:sp>
      <p:sp>
        <p:nvSpPr>
          <p:cNvPr id="20" name="Figure card 1"/>
          <p:cNvSpPr/>
          <p:nvPr/>
        </p:nvSpPr>
        <p:spPr>
          <a:xfrm>
            <a:off x="457200" y="5870448"/>
            <a:ext cx="2635758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Figure 1"/>
          <p:cNvSpPr txBox="1"/>
          <p:nvPr/>
        </p:nvSpPr>
        <p:spPr>
          <a:xfrm>
            <a:off x="640080" y="5870448"/>
            <a:ext cx="22699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125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desks on 2 floors</a:t>
            </a:r>
            <a:endParaRPr lang="en-US" sz="2400" dirty="0"/>
          </a:p>
        </p:txBody>
      </p:sp>
      <p:sp>
        <p:nvSpPr>
          <p:cNvPr id="22" name="Figure card 2"/>
          <p:cNvSpPr/>
          <p:nvPr/>
        </p:nvSpPr>
        <p:spPr>
          <a:xfrm>
            <a:off x="3275838" y="5870448"/>
            <a:ext cx="2635758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Figure 2"/>
          <p:cNvSpPr txBox="1"/>
          <p:nvPr/>
        </p:nvSpPr>
        <p:spPr>
          <a:xfrm>
            <a:off x="3458718" y="5870448"/>
            <a:ext cx="22699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8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project teams</a:t>
            </a:r>
            <a:endParaRPr lang="en-US" sz="2400" dirty="0"/>
          </a:p>
        </p:txBody>
      </p:sp>
      <p:sp>
        <p:nvSpPr>
          <p:cNvPr id="24" name="Figure card 3"/>
          <p:cNvSpPr/>
          <p:nvPr/>
        </p:nvSpPr>
        <p:spPr>
          <a:xfrm>
            <a:off x="6094476" y="5870448"/>
            <a:ext cx="2635758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Figure 3"/>
          <p:cNvSpPr txBox="1"/>
          <p:nvPr/>
        </p:nvSpPr>
        <p:spPr>
          <a:xfrm>
            <a:off x="6277356" y="5870448"/>
            <a:ext cx="22699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20 min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auto-release</a:t>
            </a:r>
            <a:endParaRPr lang="en-US" sz="2400" dirty="0"/>
          </a:p>
        </p:txBody>
      </p:sp>
      <p:sp>
        <p:nvSpPr>
          <p:cNvPr id="26" name="Figure card 4"/>
          <p:cNvSpPr/>
          <p:nvPr/>
        </p:nvSpPr>
        <p:spPr>
          <a:xfrm>
            <a:off x="8913114" y="5870448"/>
            <a:ext cx="2635758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Figure 4"/>
          <p:cNvSpPr txBox="1"/>
          <p:nvPr/>
        </p:nvSpPr>
        <p:spPr>
          <a:xfrm>
            <a:off x="9095994" y="5870448"/>
            <a:ext cx="22699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 h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default check-in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t Desk Monitor">
  <a:themeElements>
    <a:clrScheme name="Hot Desk Monitor">
      <a:dk1>
        <a:srgbClr val="0F1E3D"/>
      </a:dk1>
      <a:lt1>
        <a:srgbClr val="FFFFFF"/>
      </a:lt1>
      <a:dk2>
        <a:srgbClr val="475569"/>
      </a:dk2>
      <a:lt2>
        <a:srgbClr val="EEF2F8"/>
      </a:lt2>
      <a:accent1>
        <a:srgbClr val="2563EB"/>
      </a:accent1>
      <a:accent2>
        <a:srgbClr val="0EA5E9"/>
      </a:accent2>
      <a:accent3>
        <a:srgbClr val="16A34A"/>
      </a:accent3>
      <a:accent4>
        <a:srgbClr val="F59E0B"/>
      </a:accent4>
      <a:accent5>
        <a:srgbClr val="7C3AED"/>
      </a:accent5>
      <a:accent6>
        <a:srgbClr val="DC2626"/>
      </a:accent6>
      <a:hlink>
        <a:srgbClr val="2563EB"/>
      </a:hlink>
      <a:folHlink>
        <a:srgbClr val="7C3AED"/>
      </a:folHlink>
    </a:clrScheme>
    <a:fontScheme name="Hot Desk Monito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 Desk Monitor: project overview</dc:title>
  <dc:subject>PptxGenJS Presentation</dc:subject>
  <dc:creator>Hot Desk Monitor project</dc:creator>
  <cp:lastModifiedBy>Hot Desk Monitor project</cp:lastModifiedBy>
  <cp:revision>1</cp:revision>
  <dcterms:created xsi:type="dcterms:W3CDTF">2026-10-15T07:49:46Z</dcterms:created>
  <dcterms:modified xsi:type="dcterms:W3CDTF">2026-10-15T07:49:46Z</dcterms:modified>
</cp:coreProperties>
</file>